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6056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9334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516534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Personal Finance Dashboard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46165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Multi-year income, savings, and expense tracking system built with Power BI &amp; Power 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073622"/>
            <a:ext cx="3369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Plus Jakarta Sans"/>
              </a:rPr>
              <a:t>POWER BI PROJECT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3687"/>
            <a:ext cx="53721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33687"/>
            <a:ext cx="53721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48012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480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3281362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3281362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PROJECT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 &amp; Key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95712"/>
            <a:ext cx="622577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Business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57662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Unstructured Excel spreadsheets hinder tracking monthly growth, savings rates, and expense variances.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795712"/>
            <a:ext cx="56673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Project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157662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Build an automated Power BI dashboard for real-time visibility into income streams and asset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8962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28962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28962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28962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128962"/>
            <a:ext cx="38100" cy="1524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0425" y="3128962"/>
            <a:ext cx="38100" cy="1524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3128962"/>
            <a:ext cx="38100" cy="1524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2075" y="3128962"/>
            <a:ext cx="38100" cy="1524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DATA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Power Query Transformation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357562"/>
            <a:ext cx="263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76637"/>
            <a:ext cx="27628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Data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52862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Import raw Excel database spanning Jan 2018 to Jan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125" y="3357562"/>
            <a:ext cx="263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125" y="3576637"/>
            <a:ext cx="27628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Unpivoting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7125" y="3852862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Reshape horizontal monthly headers into normalized tabular rows.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950" y="3357562"/>
            <a:ext cx="263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950" y="3576637"/>
            <a:ext cx="27628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Data Type Casting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852862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Enforce strict decimal currencies and structured date formats.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775" y="3357562"/>
            <a:ext cx="26312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STEP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576637"/>
            <a:ext cx="276284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Data Cleansing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3852862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Filter null values and establish consistent category taxonomy.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74739"/>
            <a:ext cx="5638800" cy="2432446"/>
          </a:xfrm>
          <a:prstGeom prst="roundRect">
            <a:avLst>
              <a:gd name="adj" fmla="val 62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53200" y="2652712"/>
            <a:ext cx="50292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53200" y="3986212"/>
            <a:ext cx="50292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ANALYTICAL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DAX Measures &amp; Business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9539"/>
            <a:ext cx="6286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MEASURE TABLE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3864"/>
            <a:ext cx="628650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Total Income: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SUM for Type = "Income"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70994"/>
            <a:ext cx="628650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Expense %: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Total Expenses / Total 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48125"/>
            <a:ext cx="628650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Savings %: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Total Savings / Total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25255"/>
            <a:ext cx="6286500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1" i="0" u="none">
                <a:solidFill>
                  <a:srgbClr val="38BDF8"/>
                </a:solidFill>
                <a:latin typeface="Inter"/>
              </a:rPr>
              <a:t>Net Worth Generated:</a:t>
            </a:r>
            <a:r>
              <a:rPr sz="1350" b="0" i="0" u="none">
                <a:solidFill>
                  <a:srgbClr val="F8FAFC"/>
                </a:solidFill>
                <a:latin typeface="Inter"/>
              </a:rPr>
              <a:t> Total Savings + Investment Gains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2890837"/>
            <a:ext cx="54006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Report Page Tooltips (TT1 - TT4)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3176587"/>
            <a:ext cx="4648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Custom visual tooltips created for instant hover breakdown on expense categories.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4224337"/>
            <a:ext cx="54006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MoM Trend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4510087"/>
            <a:ext cx="4648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Tracked month-over-month income vs expense variances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00275"/>
            <a:ext cx="4630042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71850"/>
            <a:ext cx="4630042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43425"/>
            <a:ext cx="4630042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00275"/>
            <a:ext cx="38100" cy="10001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71850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43425"/>
            <a:ext cx="38100" cy="10001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99451" y="2181697"/>
            <a:ext cx="5982948" cy="33804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USER INTERFACE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Dashboard Layout &amp; Visual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90775"/>
            <a:ext cx="55268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Executive KPI Headers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28900"/>
            <a:ext cx="430619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Income (₹392K), Expense % (73%), Savings % (27%), Net Worth (₹104.5K).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562350"/>
            <a:ext cx="55268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Expense &amp; Savings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00475"/>
            <a:ext cx="430619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House Rent (45.91%), Mutual Funds (59.33%), Emergency Fund &amp; FDs.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33925"/>
            <a:ext cx="55268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MoM Spend &amp; Statement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72050"/>
            <a:ext cx="430619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Dynamic monthly trend lines paired with itemized statement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5137"/>
            <a:ext cx="35052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5137"/>
            <a:ext cx="35052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05137"/>
            <a:ext cx="3505200" cy="1771650"/>
          </a:xfrm>
          <a:prstGeom prst="roundRect">
            <a:avLst>
              <a:gd name="adj" fmla="val 86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DATA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Metrics &amp; Financial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981" y="3357562"/>
            <a:ext cx="35004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D9488"/>
                </a:solidFill>
                <a:latin typeface="Inter"/>
              </a:rPr>
              <a:t>27%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981" y="4005262"/>
            <a:ext cx="3500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Savings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981" y="4243387"/>
            <a:ext cx="3500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₹104.5K Net Worth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5781" y="3357562"/>
            <a:ext cx="35004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Inter"/>
              </a:rPr>
              <a:t>45.9%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5781" y="4005262"/>
            <a:ext cx="3500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House Rent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5781" y="4243387"/>
            <a:ext cx="3500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Largest individual monthly expense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9581" y="3357562"/>
            <a:ext cx="350043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D9488"/>
                </a:solidFill>
                <a:latin typeface="Inter"/>
              </a:rPr>
              <a:t>59.3%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9581" y="4005262"/>
            <a:ext cx="3500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Mutual Funds SIP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581" y="4243387"/>
            <a:ext cx="3500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Primary asset allocation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350520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19425"/>
            <a:ext cx="350520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19425"/>
            <a:ext cx="350520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Strategic Business &amp; Analytical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33750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Data-Driven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76650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Enabled clear visibility into spending behavior and investment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333750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Automated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676650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Eliminated manual monthly aggregation with automated Power Query ETL.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333750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Portfolio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676650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Demonstrates end-to-end Power BI capabilities for data analytics roles.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95700" y="4324350"/>
            <a:ext cx="1590675" cy="3333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38775" y="4324350"/>
            <a:ext cx="1362075" cy="3333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53250" y="4324350"/>
            <a:ext cx="1543050" cy="3333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00275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371725"/>
            <a:ext cx="33337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9549" y="3038475"/>
            <a:ext cx="321290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2406" y="3771900"/>
            <a:ext cx="4167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94A3B8"/>
                </a:solidFill>
                <a:latin typeface="Inter"/>
              </a:rPr>
              <a:t>Questions &amp; Technical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7365" y="4400550"/>
            <a:ext cx="160734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Inter"/>
              </a:rPr>
              <a:t>Power Query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9015" y="4400550"/>
            <a:ext cx="132159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Inter"/>
              </a:rPr>
              <a:t>DAX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0868" y="4400550"/>
            <a:ext cx="15478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8BDF8"/>
                </a:solidFill>
                <a:latin typeface="Inter"/>
              </a:rPr>
              <a:t>Power BI Visuals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363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Plus Jakarta Sans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Bablu Yadav</cp:lastModifiedBy>
  <cp:revision>2</cp:revision>
  <dcterms:created xsi:type="dcterms:W3CDTF">2013-01-27T09:14:16Z</dcterms:created>
  <dcterms:modified xsi:type="dcterms:W3CDTF">2026-10-06T07:30:52Z</dcterms:modified>
  <cp:category/>
</cp:coreProperties>
</file>